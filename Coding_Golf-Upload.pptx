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5" r:id="rId2"/>
    <p:sldId id="453" r:id="rId3"/>
    <p:sldId id="454" r:id="rId4"/>
    <p:sldId id="459" r:id="rId5"/>
    <p:sldId id="456" r:id="rId6"/>
    <p:sldId id="457" r:id="rId7"/>
    <p:sldId id="458" r:id="rId8"/>
  </p:sldIdLst>
  <p:sldSz cx="9144000" cy="5143500" type="screen16x9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1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171450" algn="ctr" rtl="0" fontAlgn="base">
      <a:spcBef>
        <a:spcPct val="0"/>
      </a:spcBef>
      <a:spcAft>
        <a:spcPct val="0"/>
      </a:spcAft>
      <a:defRPr sz="21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342900" algn="ctr" rtl="0" fontAlgn="base">
      <a:spcBef>
        <a:spcPct val="0"/>
      </a:spcBef>
      <a:spcAft>
        <a:spcPct val="0"/>
      </a:spcAft>
      <a:defRPr sz="21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514350" algn="ctr" rtl="0" fontAlgn="base">
      <a:spcBef>
        <a:spcPct val="0"/>
      </a:spcBef>
      <a:spcAft>
        <a:spcPct val="0"/>
      </a:spcAft>
      <a:defRPr sz="21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685800" algn="ctr" rtl="0" fontAlgn="base">
      <a:spcBef>
        <a:spcPct val="0"/>
      </a:spcBef>
      <a:spcAft>
        <a:spcPct val="0"/>
      </a:spcAft>
      <a:defRPr sz="21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857250" algn="l" defTabSz="171450" rtl="0" eaLnBrk="1" latinLnBrk="0" hangingPunct="1">
      <a:defRPr sz="21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1028700" algn="l" defTabSz="171450" rtl="0" eaLnBrk="1" latinLnBrk="0" hangingPunct="1">
      <a:defRPr sz="21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1200150" algn="l" defTabSz="171450" rtl="0" eaLnBrk="1" latinLnBrk="0" hangingPunct="1">
      <a:defRPr sz="21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1371600" algn="l" defTabSz="171450" rtl="0" eaLnBrk="1" latinLnBrk="0" hangingPunct="1">
      <a:defRPr sz="21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900"/>
    <a:srgbClr val="213D00"/>
    <a:srgbClr val="233D00"/>
    <a:srgbClr val="6E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0" autoAdjust="0"/>
    <p:restoredTop sz="92895" autoAdjust="0"/>
  </p:normalViewPr>
  <p:slideViewPr>
    <p:cSldViewPr>
      <p:cViewPr varScale="1">
        <p:scale>
          <a:sx n="114" d="100"/>
          <a:sy n="114" d="100"/>
        </p:scale>
        <p:origin x="336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C633E-0F31-204F-93E1-064C4DB7EAD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7EA27-3212-1E46-9462-434957F23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976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5A59D-70F8-D247-82DD-BA5A6D366B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35223-E47F-1946-8A6D-4B121950A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526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3"/>
          <p:cNvSpPr>
            <a:spLocks noGrp="1"/>
          </p:cNvSpPr>
          <p:nvPr>
            <p:ph type="sldNum" sz="quarter" idx="4"/>
          </p:nvPr>
        </p:nvSpPr>
        <p:spPr>
          <a:xfrm rot="2672162">
            <a:off x="8629306" y="4604954"/>
            <a:ext cx="47741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ebas Neue"/>
                <a:cs typeface="Bebas Neue"/>
              </a:defRPr>
            </a:lvl1pPr>
          </a:lstStyle>
          <a:p>
            <a:pPr algn="ctr"/>
            <a:fld id="{A95CE54F-98B6-294A-B99F-F5D445863A01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06720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452320" y="3939902"/>
            <a:ext cx="1691680" cy="1203598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2896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171450" indent="0" algn="ctr">
              <a:buNone/>
              <a:defRPr/>
            </a:lvl2pPr>
            <a:lvl3pPr marL="342900" indent="0" algn="ctr">
              <a:buNone/>
              <a:defRPr/>
            </a:lvl3pPr>
            <a:lvl4pPr marL="514350" indent="0" algn="ctr">
              <a:buNone/>
              <a:defRPr/>
            </a:lvl4pPr>
            <a:lvl5pPr marL="685800" indent="0" algn="ctr">
              <a:buNone/>
              <a:defRPr/>
            </a:lvl5pPr>
            <a:lvl6pPr marL="857250" indent="0" algn="ctr">
              <a:buNone/>
              <a:defRPr/>
            </a:lvl6pPr>
            <a:lvl7pPr marL="1028700" indent="0" algn="ctr">
              <a:buNone/>
              <a:defRPr/>
            </a:lvl7pPr>
            <a:lvl8pPr marL="1200150" indent="0" algn="ctr">
              <a:buNone/>
              <a:defRPr/>
            </a:lvl8pPr>
            <a:lvl9pPr marL="1371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23"/>
          <p:cNvSpPr>
            <a:spLocks noGrp="1"/>
          </p:cNvSpPr>
          <p:nvPr>
            <p:ph type="sldNum" sz="quarter" idx="4"/>
          </p:nvPr>
        </p:nvSpPr>
        <p:spPr>
          <a:xfrm rot="2672162">
            <a:off x="8629306" y="4604954"/>
            <a:ext cx="47741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ebas Neue"/>
                <a:cs typeface="Bebas Neue"/>
              </a:defRPr>
            </a:lvl1pPr>
          </a:lstStyle>
          <a:p>
            <a:pPr algn="ctr"/>
            <a:fld id="{A95CE54F-98B6-294A-B99F-F5D445863A01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0070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386" cy="479822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800" b="1"/>
            </a:lvl2pPr>
            <a:lvl3pPr marL="342900" indent="0">
              <a:buNone/>
              <a:defRPr sz="700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386" cy="2963466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24" y="1151335"/>
            <a:ext cx="4041576" cy="479822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800" b="1"/>
            </a:lvl2pPr>
            <a:lvl3pPr marL="342900" indent="0">
              <a:buNone/>
              <a:defRPr sz="700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24" y="1631156"/>
            <a:ext cx="4041576" cy="2963466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445643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2462" y="2647950"/>
            <a:ext cx="3890963" cy="595313"/>
          </a:xfrm>
        </p:spPr>
        <p:txBody>
          <a:bodyPr/>
          <a:lstStyle>
            <a:lvl1pPr>
              <a:defRPr sz="11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575" y="2647950"/>
            <a:ext cx="3890963" cy="595313"/>
          </a:xfrm>
        </p:spPr>
        <p:txBody>
          <a:bodyPr/>
          <a:lstStyle>
            <a:lvl1pPr>
              <a:defRPr sz="11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603584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23"/>
          <p:cNvSpPr>
            <a:spLocks noGrp="1"/>
          </p:cNvSpPr>
          <p:nvPr>
            <p:ph type="sldNum" sz="quarter" idx="4"/>
          </p:nvPr>
        </p:nvSpPr>
        <p:spPr>
          <a:xfrm rot="2672162">
            <a:off x="8629306" y="4604954"/>
            <a:ext cx="47741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ebas Neue"/>
                <a:cs typeface="Bebas Neue"/>
              </a:defRPr>
            </a:lvl1pPr>
          </a:lstStyle>
          <a:p>
            <a:pPr algn="ctr"/>
            <a:fld id="{A95CE54F-98B6-294A-B99F-F5D445863A01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2865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3"/>
          <p:cNvSpPr>
            <a:spLocks noGrp="1"/>
          </p:cNvSpPr>
          <p:nvPr>
            <p:ph type="sldNum" sz="quarter" idx="4"/>
          </p:nvPr>
        </p:nvSpPr>
        <p:spPr>
          <a:xfrm rot="2672162">
            <a:off x="8629306" y="4604954"/>
            <a:ext cx="47741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ebas Neue"/>
                <a:cs typeface="Bebas Neue"/>
              </a:defRPr>
            </a:lvl1pPr>
          </a:lstStyle>
          <a:p>
            <a:pPr algn="ctr"/>
            <a:fld id="{A95CE54F-98B6-294A-B99F-F5D445863A01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30580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14" y="3305175"/>
            <a:ext cx="7772400" cy="1021556"/>
          </a:xfrm>
        </p:spPr>
        <p:txBody>
          <a:bodyPr anchor="t"/>
          <a:lstStyle>
            <a:lvl1pPr algn="l">
              <a:defRPr sz="15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14" y="2180034"/>
            <a:ext cx="7772400" cy="1125141"/>
          </a:xfrm>
        </p:spPr>
        <p:txBody>
          <a:bodyPr anchor="b"/>
          <a:lstStyle>
            <a:lvl1pPr marL="0" indent="0">
              <a:buNone/>
              <a:defRPr sz="800"/>
            </a:lvl1pPr>
            <a:lvl2pPr marL="171450" indent="0">
              <a:buNone/>
              <a:defRPr sz="700"/>
            </a:lvl2pPr>
            <a:lvl3pPr marL="342900" indent="0">
              <a:buNone/>
              <a:defRPr sz="600"/>
            </a:lvl3pPr>
            <a:lvl4pPr marL="514350" indent="0">
              <a:buNone/>
              <a:defRPr sz="500"/>
            </a:lvl4pPr>
            <a:lvl5pPr marL="685800" indent="0">
              <a:buNone/>
              <a:defRPr sz="500"/>
            </a:lvl5pPr>
            <a:lvl6pPr marL="857250" indent="0">
              <a:buNone/>
              <a:defRPr sz="500"/>
            </a:lvl6pPr>
            <a:lvl7pPr marL="1028700" indent="0">
              <a:buNone/>
              <a:defRPr sz="500"/>
            </a:lvl7pPr>
            <a:lvl8pPr marL="1200150" indent="0">
              <a:buNone/>
              <a:defRPr sz="500"/>
            </a:lvl8pPr>
            <a:lvl9pPr marL="13716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23"/>
          <p:cNvSpPr>
            <a:spLocks noGrp="1"/>
          </p:cNvSpPr>
          <p:nvPr>
            <p:ph type="sldNum" sz="quarter" idx="4"/>
          </p:nvPr>
        </p:nvSpPr>
        <p:spPr>
          <a:xfrm rot="2672162">
            <a:off x="8629306" y="4604954"/>
            <a:ext cx="47741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ebas Neue"/>
                <a:cs typeface="Bebas Neue"/>
              </a:defRPr>
            </a:lvl1pPr>
          </a:lstStyle>
          <a:p>
            <a:pPr algn="ctr"/>
            <a:fld id="{A95CE54F-98B6-294A-B99F-F5D445863A01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5128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3008114" cy="871538"/>
          </a:xfrm>
        </p:spPr>
        <p:txBody>
          <a:bodyPr/>
          <a:lstStyle>
            <a:lvl1pPr algn="l">
              <a:defRPr sz="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852" y="204788"/>
            <a:ext cx="5111948" cy="4389834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114" cy="3518297"/>
          </a:xfrm>
        </p:spPr>
        <p:txBody>
          <a:bodyPr/>
          <a:lstStyle>
            <a:lvl1pPr marL="0" indent="0">
              <a:buNone/>
              <a:defRPr sz="500"/>
            </a:lvl1pPr>
            <a:lvl2pPr marL="171450" indent="0">
              <a:buNone/>
              <a:defRPr sz="500"/>
            </a:lvl2pPr>
            <a:lvl3pPr marL="342900" indent="0">
              <a:buNone/>
              <a:defRPr sz="400"/>
            </a:lvl3pPr>
            <a:lvl4pPr marL="514350" indent="0">
              <a:buNone/>
              <a:defRPr sz="300"/>
            </a:lvl4pPr>
            <a:lvl5pPr marL="685800" indent="0">
              <a:buNone/>
              <a:defRPr sz="300"/>
            </a:lvl5pPr>
            <a:lvl6pPr marL="857250" indent="0">
              <a:buNone/>
              <a:defRPr sz="300"/>
            </a:lvl6pPr>
            <a:lvl7pPr marL="1028700" indent="0">
              <a:buNone/>
              <a:defRPr sz="300"/>
            </a:lvl7pPr>
            <a:lvl8pPr marL="1200150" indent="0">
              <a:buNone/>
              <a:defRPr sz="300"/>
            </a:lvl8pPr>
            <a:lvl9pPr marL="137160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403696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486" y="3600450"/>
            <a:ext cx="5486400" cy="425053"/>
          </a:xfrm>
        </p:spPr>
        <p:txBody>
          <a:bodyPr/>
          <a:lstStyle>
            <a:lvl1pPr algn="l">
              <a:defRPr sz="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486" y="459581"/>
            <a:ext cx="5486400" cy="3086100"/>
          </a:xfrm>
        </p:spPr>
        <p:txBody>
          <a:bodyPr/>
          <a:lstStyle>
            <a:lvl1pPr marL="0" indent="0">
              <a:buNone/>
              <a:defRPr sz="1200"/>
            </a:lvl1pPr>
            <a:lvl2pPr marL="171450" indent="0">
              <a:buNone/>
              <a:defRPr sz="1100"/>
            </a:lvl2pPr>
            <a:lvl3pPr marL="342900" indent="0">
              <a:buNone/>
              <a:defRPr sz="900"/>
            </a:lvl3pPr>
            <a:lvl4pPr marL="514350" indent="0">
              <a:buNone/>
              <a:defRPr sz="800"/>
            </a:lvl4pPr>
            <a:lvl5pPr marL="685800" indent="0">
              <a:buNone/>
              <a:defRPr sz="800"/>
            </a:lvl5pPr>
            <a:lvl6pPr marL="857250" indent="0">
              <a:buNone/>
              <a:defRPr sz="800"/>
            </a:lvl6pPr>
            <a:lvl7pPr marL="1028700" indent="0">
              <a:buNone/>
              <a:defRPr sz="800"/>
            </a:lvl7pPr>
            <a:lvl8pPr marL="1200150" indent="0">
              <a:buNone/>
              <a:defRPr sz="800"/>
            </a:lvl8pPr>
            <a:lvl9pPr marL="1371600" indent="0">
              <a:buNone/>
              <a:defRPr sz="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486" y="4025503"/>
            <a:ext cx="5486400" cy="603647"/>
          </a:xfrm>
        </p:spPr>
        <p:txBody>
          <a:bodyPr/>
          <a:lstStyle>
            <a:lvl1pPr marL="0" indent="0">
              <a:buNone/>
              <a:defRPr sz="500"/>
            </a:lvl1pPr>
            <a:lvl2pPr marL="171450" indent="0">
              <a:buNone/>
              <a:defRPr sz="500"/>
            </a:lvl2pPr>
            <a:lvl3pPr marL="342900" indent="0">
              <a:buNone/>
              <a:defRPr sz="400"/>
            </a:lvl3pPr>
            <a:lvl4pPr marL="514350" indent="0">
              <a:buNone/>
              <a:defRPr sz="300"/>
            </a:lvl4pPr>
            <a:lvl5pPr marL="685800" indent="0">
              <a:buNone/>
              <a:defRPr sz="300"/>
            </a:lvl5pPr>
            <a:lvl6pPr marL="857250" indent="0">
              <a:buNone/>
              <a:defRPr sz="300"/>
            </a:lvl6pPr>
            <a:lvl7pPr marL="1028700" indent="0">
              <a:buNone/>
              <a:defRPr sz="300"/>
            </a:lvl7pPr>
            <a:lvl8pPr marL="1200150" indent="0">
              <a:buNone/>
              <a:defRPr sz="300"/>
            </a:lvl8pPr>
            <a:lvl9pPr marL="137160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255564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13852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31769" y="862013"/>
            <a:ext cx="1959769" cy="2381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62013"/>
            <a:ext cx="5822156" cy="2381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187931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52463" y="862012"/>
            <a:ext cx="7839075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9050" tIns="19050" rIns="19050" bIns="190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2463" y="2647950"/>
            <a:ext cx="7839075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9050" tIns="19050" rIns="19050" bIns="190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028384" y="4083918"/>
            <a:ext cx="1059582" cy="1059582"/>
          </a:xfrm>
          <a:prstGeom prst="rect">
            <a:avLst/>
          </a:prstGeom>
        </p:spPr>
      </p:pic>
      <p:grpSp>
        <p:nvGrpSpPr>
          <p:cNvPr id="14" name="Group 3"/>
          <p:cNvGrpSpPr>
            <a:grpSpLocks/>
          </p:cNvGrpSpPr>
          <p:nvPr userDrawn="1"/>
        </p:nvGrpSpPr>
        <p:grpSpPr bwMode="auto">
          <a:xfrm>
            <a:off x="8639595" y="4656401"/>
            <a:ext cx="443508" cy="185738"/>
            <a:chOff x="0" y="0"/>
            <a:chExt cx="744" cy="312"/>
          </a:xfrm>
          <a:scene3d>
            <a:camera prst="orthographicFront">
              <a:rot lat="0" lon="0" rev="18870000"/>
            </a:camera>
            <a:lightRig rig="threePt" dir="t"/>
          </a:scene3d>
        </p:grpSpPr>
        <p:grpSp>
          <p:nvGrpSpPr>
            <p:cNvPr id="15" name="Group 4"/>
            <p:cNvGrpSpPr>
              <a:grpSpLocks/>
            </p:cNvGrpSpPr>
            <p:nvPr/>
          </p:nvGrpSpPr>
          <p:grpSpPr bwMode="auto">
            <a:xfrm>
              <a:off x="536" y="44"/>
              <a:ext cx="208" cy="208"/>
              <a:chOff x="0" y="0"/>
              <a:chExt cx="208" cy="208"/>
            </a:xfrm>
          </p:grpSpPr>
          <p:sp>
            <p:nvSpPr>
              <p:cNvPr id="20" name="Oval 5">
                <a:hlinkClick r:id="" action="ppaction://hlinkshowjump?jump=nextslide"/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8" cy="208"/>
              </a:xfrm>
              <a:prstGeom prst="ellipse">
                <a:avLst/>
              </a:prstGeom>
              <a:noFill/>
              <a:ln w="1905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21" name="AutoShape 6">
                <a:hlinkClick r:id="" action="ppaction://hlinkshowjump?jump=nextslide"/>
              </p:cNvPr>
              <p:cNvSpPr>
                <a:spLocks/>
              </p:cNvSpPr>
              <p:nvPr/>
            </p:nvSpPr>
            <p:spPr bwMode="auto">
              <a:xfrm rot="5400000">
                <a:off x="65" y="68"/>
                <a:ext cx="106" cy="68"/>
              </a:xfrm>
              <a:prstGeom prst="triangle">
                <a:avLst>
                  <a:gd name="adj" fmla="val 50000"/>
                </a:avLst>
              </a:prstGeom>
              <a:solidFill>
                <a:srgbClr val="CDCDC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16" name="Group 7"/>
            <p:cNvGrpSpPr>
              <a:grpSpLocks/>
            </p:cNvGrpSpPr>
            <p:nvPr/>
          </p:nvGrpSpPr>
          <p:grpSpPr bwMode="auto">
            <a:xfrm rot="10800000">
              <a:off x="0" y="43"/>
              <a:ext cx="208" cy="209"/>
              <a:chOff x="0" y="0"/>
              <a:chExt cx="208" cy="208"/>
            </a:xfrm>
          </p:grpSpPr>
          <p:sp>
            <p:nvSpPr>
              <p:cNvPr id="18" name="Oval 8">
                <a:hlinkClick r:id="" action="ppaction://hlinkshowjump?jump=previousslide"/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8" cy="208"/>
              </a:xfrm>
              <a:prstGeom prst="ellipse">
                <a:avLst/>
              </a:prstGeom>
              <a:noFill/>
              <a:ln w="1905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" name="AutoShape 9">
                <a:hlinkClick r:id="" action="ppaction://hlinkshowjump?jump=previousslide"/>
              </p:cNvPr>
              <p:cNvSpPr>
                <a:spLocks/>
              </p:cNvSpPr>
              <p:nvPr/>
            </p:nvSpPr>
            <p:spPr bwMode="auto">
              <a:xfrm rot="5400000">
                <a:off x="65" y="68"/>
                <a:ext cx="106" cy="68"/>
              </a:xfrm>
              <a:prstGeom prst="triangle">
                <a:avLst>
                  <a:gd name="adj" fmla="val 50000"/>
                </a:avLst>
              </a:prstGeom>
              <a:solidFill>
                <a:srgbClr val="CDCDC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sp>
          <p:nvSpPr>
            <p:cNvPr id="17" name="Rectangle 10"/>
            <p:cNvSpPr>
              <a:spLocks/>
            </p:cNvSpPr>
            <p:nvPr/>
          </p:nvSpPr>
          <p:spPr bwMode="auto">
            <a:xfrm>
              <a:off x="212" y="0"/>
              <a:ext cx="312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>
                <a:lnSpc>
                  <a:spcPct val="80000"/>
                </a:lnSpc>
              </a:pPr>
              <a:endParaRPr lang="en-US" sz="900" dirty="0">
                <a:solidFill>
                  <a:srgbClr val="B3B3B3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endParaRPr>
            </a:p>
          </p:txBody>
        </p:sp>
      </p:grpSp>
      <p:sp>
        <p:nvSpPr>
          <p:cNvPr id="24" name="Slide Number Placeholder 23"/>
          <p:cNvSpPr>
            <a:spLocks noGrp="1"/>
          </p:cNvSpPr>
          <p:nvPr>
            <p:ph type="sldNum" sz="quarter" idx="4"/>
          </p:nvPr>
        </p:nvSpPr>
        <p:spPr>
          <a:xfrm rot="2672162">
            <a:off x="8629306" y="4604954"/>
            <a:ext cx="47741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ebas Neue"/>
                <a:cs typeface="Bebas Neue"/>
              </a:defRPr>
            </a:lvl1pPr>
          </a:lstStyle>
          <a:p>
            <a:pPr algn="ctr"/>
            <a:fld id="{A95CE54F-98B6-294A-B99F-F5D445863A01}" type="slidenum">
              <a:rPr lang="en-US" smtClean="0"/>
              <a:pPr algn="ctr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816" r:id="rId2"/>
    <p:sldLayoutId id="2147483662" r:id="rId3"/>
    <p:sldLayoutId id="2147483666" r:id="rId4"/>
    <p:sldLayoutId id="2147483665" r:id="rId5"/>
    <p:sldLayoutId id="2147483663" r:id="rId6"/>
    <p:sldLayoutId id="2147483667" r:id="rId7"/>
    <p:sldLayoutId id="2147483664" r:id="rId8"/>
    <p:sldLayoutId id="2147483669" r:id="rId9"/>
    <p:sldLayoutId id="2147483670" r:id="rId10"/>
    <p:sldLayoutId id="2147483671" r:id="rId11"/>
    <p:sldLayoutId id="2147483672" r:id="rId12"/>
  </p:sldLayoutIdLst>
  <p:transition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17145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3429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51435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685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171450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2900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514350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685800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171450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171450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171450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171450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171450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171450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171450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171450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171450" rtl="0" eaLnBrk="1" latinLnBrk="0" hangingPunct="1">
        <a:defRPr sz="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/>
          </p:cNvSpPr>
          <p:nvPr/>
        </p:nvSpPr>
        <p:spPr bwMode="auto">
          <a:xfrm>
            <a:off x="-42863" y="-19050"/>
            <a:ext cx="9186863" cy="516255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5400" cap="flat">
                <a:solidFill>
                  <a:schemeClr val="tx1">
                    <a:alpha val="70000"/>
                  </a:schemeClr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33795" name="Rectangle 3"/>
          <p:cNvSpPr>
            <a:spLocks/>
          </p:cNvSpPr>
          <p:nvPr/>
        </p:nvSpPr>
        <p:spPr bwMode="auto">
          <a:xfrm>
            <a:off x="107504" y="2333625"/>
            <a:ext cx="9036496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70000"/>
              </a:lnSpc>
            </a:pPr>
            <a:r>
              <a:rPr lang="en-US" sz="4800">
                <a:solidFill>
                  <a:srgbClr val="92D050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Coding </a:t>
            </a:r>
            <a:r>
              <a:rPr lang="en-US" sz="4800" dirty="0">
                <a:solidFill>
                  <a:srgbClr val="92D050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Golf </a:t>
            </a:r>
            <a:r>
              <a:rPr lang="en-US" sz="4800" dirty="0">
                <a:solidFill>
                  <a:schemeClr val="tx2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Xmas Challenge</a:t>
            </a:r>
          </a:p>
        </p:txBody>
      </p:sp>
      <p:sp>
        <p:nvSpPr>
          <p:cNvPr id="33796" name="Rectangle 4"/>
          <p:cNvSpPr>
            <a:spLocks/>
          </p:cNvSpPr>
          <p:nvPr/>
        </p:nvSpPr>
        <p:spPr bwMode="auto">
          <a:xfrm>
            <a:off x="2286000" y="3305175"/>
            <a:ext cx="45862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Do we all know what Coding Golf is?</a:t>
            </a:r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998935" y="3176588"/>
            <a:ext cx="7164586" cy="0"/>
          </a:xfrm>
          <a:prstGeom prst="line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81475" y="1343025"/>
            <a:ext cx="809030" cy="895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233008"/>
            <a:ext cx="2762250" cy="2000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l"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66163" y="4605338"/>
            <a:ext cx="477837" cy="274637"/>
          </a:xfrm>
        </p:spPr>
        <p:txBody>
          <a:bodyPr/>
          <a:lstStyle/>
          <a:p>
            <a:pPr algn="ctr"/>
            <a:fld id="{A95CE54F-98B6-294A-B99F-F5D445863A01}" type="slidenum">
              <a:rPr lang="en-US" smtClean="0"/>
              <a:pPr algn="ctr"/>
              <a:t>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4555"/>
            <a:ext cx="9252520" cy="6168347"/>
          </a:xfrm>
          <a:prstGeom prst="rect">
            <a:avLst/>
          </a:prstGeom>
        </p:spPr>
      </p:pic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6150769" y="972145"/>
            <a:ext cx="1415058" cy="1416844"/>
            <a:chOff x="0" y="0"/>
            <a:chExt cx="2377" cy="2379"/>
          </a:xfrm>
        </p:grpSpPr>
        <p:sp>
          <p:nvSpPr>
            <p:cNvPr id="8" name="Oval 34"/>
            <p:cNvSpPr>
              <a:spLocks/>
            </p:cNvSpPr>
            <p:nvPr/>
          </p:nvSpPr>
          <p:spPr bwMode="auto">
            <a:xfrm>
              <a:off x="0" y="0"/>
              <a:ext cx="2377" cy="2379"/>
            </a:xfrm>
            <a:prstGeom prst="ellipse">
              <a:avLst/>
            </a:prstGeom>
            <a:solidFill>
              <a:schemeClr val="tx2">
                <a:alpha val="84999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flat">
                  <a:solidFill>
                    <a:schemeClr val="tx1">
                      <a:alpha val="84999"/>
                    </a:schemeClr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Rectangle 35"/>
            <p:cNvSpPr>
              <a:spLocks/>
            </p:cNvSpPr>
            <p:nvPr/>
          </p:nvSpPr>
          <p:spPr bwMode="auto">
            <a:xfrm>
              <a:off x="239" y="1026"/>
              <a:ext cx="1896" cy="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endParaRPr lang="en-US" sz="900" dirty="0">
                <a:solidFill>
                  <a:schemeClr val="tx1"/>
                </a:solidFill>
                <a:latin typeface="Lato Regular" charset="0"/>
                <a:ea typeface="ＭＳ Ｐゴシック" charset="0"/>
                <a:cs typeface="Lato Regular" charset="0"/>
                <a:sym typeface="Lato Regular" charset="0"/>
              </a:endParaRPr>
            </a:p>
          </p:txBody>
        </p:sp>
        <p:sp>
          <p:nvSpPr>
            <p:cNvPr id="10" name="Rectangle 36"/>
            <p:cNvSpPr>
              <a:spLocks/>
            </p:cNvSpPr>
            <p:nvPr/>
          </p:nvSpPr>
          <p:spPr bwMode="auto">
            <a:xfrm>
              <a:off x="435" y="809"/>
              <a:ext cx="1939" cy="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>
                <a:lnSpc>
                  <a:spcPct val="80000"/>
                </a:lnSpc>
              </a:pPr>
              <a:r>
                <a:rPr lang="en-US" sz="1500" dirty="0">
                  <a:solidFill>
                    <a:schemeClr val="tx1"/>
                  </a:solidFill>
                  <a:latin typeface="Bebas Neue" charset="0"/>
                  <a:ea typeface="ＭＳ Ｐゴシック" charset="0"/>
                  <a:cs typeface="Bebas Neue" charset="0"/>
                  <a:sym typeface="Bebas Neue" charset="0"/>
                </a:rPr>
                <a:t>Coding golf:</a:t>
              </a:r>
            </a:p>
            <a:p>
              <a:pPr>
                <a:lnSpc>
                  <a:spcPct val="80000"/>
                </a:lnSpc>
              </a:pPr>
              <a:r>
                <a:rPr lang="en-US" sz="1500" dirty="0">
                  <a:solidFill>
                    <a:schemeClr val="tx1"/>
                  </a:solidFill>
                  <a:latin typeface="Bebas Neue" charset="0"/>
                  <a:ea typeface="ＭＳ Ｐゴシック" charset="0"/>
                  <a:cs typeface="Bebas Neue" charset="0"/>
                  <a:sym typeface="Bebas Neue" charset="0"/>
                </a:rPr>
                <a:t>PROGRAM</a:t>
              </a:r>
            </a:p>
            <a:p>
              <a:pPr>
                <a:lnSpc>
                  <a:spcPct val="80000"/>
                </a:lnSpc>
              </a:pPr>
              <a:r>
                <a:rPr lang="en-US" sz="1500" dirty="0">
                  <a:solidFill>
                    <a:schemeClr val="tx1"/>
                  </a:solidFill>
                  <a:latin typeface="Bebas Neue" charset="0"/>
                  <a:ea typeface="ＭＳ Ｐゴシック" charset="0"/>
                  <a:cs typeface="Bebas Neue" charset="0"/>
                  <a:sym typeface="Bebas Neue" charset="0"/>
                </a:rPr>
                <a:t>With the minimum number of key strokes =</a:t>
              </a:r>
            </a:p>
            <a:p>
              <a:pPr>
                <a:lnSpc>
                  <a:spcPct val="80000"/>
                </a:lnSpc>
              </a:pPr>
              <a:r>
                <a:rPr lang="en-US" sz="1500" dirty="0">
                  <a:solidFill>
                    <a:schemeClr val="tx1"/>
                  </a:solidFill>
                  <a:latin typeface="Bebas Neue" charset="0"/>
                  <a:ea typeface="ＭＳ Ｐゴシック" charset="0"/>
                  <a:cs typeface="Bebas Neue" charset="0"/>
                  <a:sym typeface="Bebas Neue" charset="0"/>
                </a:rPr>
                <a:t>Winner!</a:t>
              </a:r>
            </a:p>
          </p:txBody>
        </p:sp>
      </p:grpSp>
      <p:grpSp>
        <p:nvGrpSpPr>
          <p:cNvPr id="11" name="Group 21"/>
          <p:cNvGrpSpPr>
            <a:grpSpLocks/>
          </p:cNvGrpSpPr>
          <p:nvPr/>
        </p:nvGrpSpPr>
        <p:grpSpPr bwMode="auto">
          <a:xfrm>
            <a:off x="1619845" y="627534"/>
            <a:ext cx="1455539" cy="1457325"/>
            <a:chOff x="0" y="0"/>
            <a:chExt cx="2445" cy="2447"/>
          </a:xfrm>
        </p:grpSpPr>
        <p:grpSp>
          <p:nvGrpSpPr>
            <p:cNvPr id="12" name="Group 22"/>
            <p:cNvGrpSpPr>
              <a:grpSpLocks/>
            </p:cNvGrpSpPr>
            <p:nvPr/>
          </p:nvGrpSpPr>
          <p:grpSpPr bwMode="auto">
            <a:xfrm>
              <a:off x="0" y="0"/>
              <a:ext cx="2445" cy="2447"/>
              <a:chOff x="0" y="0"/>
              <a:chExt cx="2445" cy="2447"/>
            </a:xfrm>
          </p:grpSpPr>
          <p:sp>
            <p:nvSpPr>
              <p:cNvPr id="15" name="Oval 23"/>
              <p:cNvSpPr>
                <a:spLocks/>
              </p:cNvSpPr>
              <p:nvPr/>
            </p:nvSpPr>
            <p:spPr bwMode="auto">
              <a:xfrm>
                <a:off x="0" y="0"/>
                <a:ext cx="2445" cy="2447"/>
              </a:xfrm>
              <a:prstGeom prst="ellipse">
                <a:avLst/>
              </a:prstGeom>
              <a:noFill/>
              <a:ln w="50800" cap="rnd">
                <a:solidFill>
                  <a:schemeClr val="accent1">
                    <a:alpha val="84999"/>
                  </a:schemeClr>
                </a:solidFill>
                <a:prstDash val="sysDot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6" name="Oval 24"/>
              <p:cNvSpPr>
                <a:spLocks/>
              </p:cNvSpPr>
              <p:nvPr/>
            </p:nvSpPr>
            <p:spPr bwMode="auto">
              <a:xfrm>
                <a:off x="124" y="120"/>
                <a:ext cx="2177" cy="2179"/>
              </a:xfrm>
              <a:prstGeom prst="ellipse">
                <a:avLst/>
              </a:prstGeom>
              <a:solidFill>
                <a:schemeClr val="tx2">
                  <a:alpha val="84999"/>
                </a:schemeClr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25400" cap="flat">
                    <a:solidFill>
                      <a:schemeClr val="tx1">
                        <a:alpha val="84999"/>
                      </a:schemeClr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sp>
          <p:nvSpPr>
            <p:cNvPr id="13" name="Rectangle 25"/>
            <p:cNvSpPr>
              <a:spLocks/>
            </p:cNvSpPr>
            <p:nvPr/>
          </p:nvSpPr>
          <p:spPr bwMode="auto">
            <a:xfrm>
              <a:off x="261" y="1055"/>
              <a:ext cx="1896" cy="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endParaRPr lang="en-US" sz="900" dirty="0">
                <a:solidFill>
                  <a:srgbClr val="FFFFFF"/>
                </a:solidFill>
                <a:latin typeface="Lato Regular" charset="0"/>
                <a:ea typeface="ＭＳ Ｐゴシック" charset="0"/>
                <a:cs typeface="Lato Regular" charset="0"/>
                <a:sym typeface="Lato Regular" charset="0"/>
              </a:endParaRPr>
            </a:p>
          </p:txBody>
        </p:sp>
        <p:sp>
          <p:nvSpPr>
            <p:cNvPr id="14" name="Rectangle 26"/>
            <p:cNvSpPr>
              <a:spLocks/>
            </p:cNvSpPr>
            <p:nvPr/>
          </p:nvSpPr>
          <p:spPr bwMode="auto">
            <a:xfrm>
              <a:off x="436" y="874"/>
              <a:ext cx="1504" cy="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>
                <a:lnSpc>
                  <a:spcPct val="800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Bebas Neue" charset="0"/>
                  <a:ea typeface="ＭＳ Ｐゴシック" charset="0"/>
                  <a:cs typeface="Bebas Neue" charset="0"/>
                  <a:sym typeface="Bebas Neue" charset="0"/>
                </a:rPr>
                <a:t>In Golf minimum number of strokes = Winner!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0020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716" y="0"/>
            <a:ext cx="9255434" cy="5143500"/>
          </a:xfrm>
          <a:prstGeom prst="rect">
            <a:avLst/>
          </a:prstGeom>
        </p:spPr>
      </p:pic>
      <p:sp>
        <p:nvSpPr>
          <p:cNvPr id="3" name="Rectangle 3"/>
          <p:cNvSpPr>
            <a:spLocks/>
          </p:cNvSpPr>
          <p:nvPr/>
        </p:nvSpPr>
        <p:spPr bwMode="auto">
          <a:xfrm>
            <a:off x="3275856" y="3147814"/>
            <a:ext cx="61817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70000"/>
              </a:lnSpc>
            </a:pPr>
            <a:r>
              <a:rPr lang="en-US" sz="2400" dirty="0">
                <a:solidFill>
                  <a:srgbClr val="FFFFFF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Your challenge should you wish to accept it…</a:t>
            </a:r>
          </a:p>
        </p:txBody>
      </p: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716016" y="4043164"/>
            <a:ext cx="2895600" cy="523875"/>
            <a:chOff x="0" y="0"/>
            <a:chExt cx="4864" cy="880"/>
          </a:xfrm>
        </p:grpSpPr>
        <p:sp>
          <p:nvSpPr>
            <p:cNvPr id="5" name="Rectangle 12"/>
            <p:cNvSpPr>
              <a:spLocks/>
            </p:cNvSpPr>
            <p:nvPr/>
          </p:nvSpPr>
          <p:spPr bwMode="auto">
            <a:xfrm>
              <a:off x="0" y="0"/>
              <a:ext cx="4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l">
                <a:lnSpc>
                  <a:spcPct val="70000"/>
                </a:lnSpc>
              </a:pPr>
              <a:r>
                <a:rPr lang="en-US" sz="1100" dirty="0">
                  <a:solidFill>
                    <a:srgbClr val="FFFFFF"/>
                  </a:solidFill>
                  <a:latin typeface="Bebas Neue" charset="0"/>
                  <a:ea typeface="ＭＳ Ｐゴシック" charset="0"/>
                  <a:cs typeface="Bebas Neue" charset="0"/>
                  <a:sym typeface="Bebas Neue" charset="0"/>
                </a:rPr>
                <a:t>Create a “short” C</a:t>
              </a:r>
              <a:r>
                <a:rPr lang="en-US" sz="1100" dirty="0">
                  <a:solidFill>
                    <a:srgbClr val="FFFFFF"/>
                  </a:solidFill>
                  <a:latin typeface="+mj-lt"/>
                  <a:ea typeface="ＭＳ Ｐゴシック" charset="0"/>
                  <a:cs typeface="Bebas Neue" charset="0"/>
                  <a:sym typeface="Bebas Neue" charset="0"/>
                </a:rPr>
                <a:t>++</a:t>
              </a:r>
              <a:r>
                <a:rPr lang="en-US" sz="1100" dirty="0">
                  <a:solidFill>
                    <a:srgbClr val="FFFFFF"/>
                  </a:solidFill>
                  <a:latin typeface="Bebas Neue" charset="0"/>
                  <a:ea typeface="ＭＳ Ｐゴシック" charset="0"/>
                  <a:cs typeface="Bebas Neue" charset="0"/>
                  <a:sym typeface="Bebas Neue" charset="0"/>
                </a:rPr>
                <a:t> program to do the following</a:t>
              </a:r>
            </a:p>
          </p:txBody>
        </p:sp>
        <p:sp>
          <p:nvSpPr>
            <p:cNvPr id="6" name="Rectangle 13"/>
            <p:cNvSpPr>
              <a:spLocks/>
            </p:cNvSpPr>
            <p:nvPr/>
          </p:nvSpPr>
          <p:spPr bwMode="auto">
            <a:xfrm>
              <a:off x="0" y="336"/>
              <a:ext cx="486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l"/>
              <a:r>
                <a:rPr lang="en-US" sz="900" dirty="0" err="1">
                  <a:solidFill>
                    <a:srgbClr val="FFFFFF"/>
                  </a:solidFill>
                  <a:latin typeface="Lato Light" charset="0"/>
                  <a:ea typeface="ＭＳ Ｐゴシック" charset="0"/>
                  <a:cs typeface="Lato Light" charset="0"/>
                  <a:sym typeface="Lato Light" charset="0"/>
                </a:rPr>
                <a:t>Robotron</a:t>
              </a:r>
              <a:r>
                <a:rPr lang="en-US" sz="900" dirty="0">
                  <a:solidFill>
                    <a:srgbClr val="FFFFFF"/>
                  </a:solidFill>
                  <a:latin typeface="Lato Light" charset="0"/>
                  <a:ea typeface="ＭＳ Ｐゴシック" charset="0"/>
                  <a:cs typeface="Lato Light" charset="0"/>
                  <a:sym typeface="Lato Light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87480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/>
          </p:cNvSpPr>
          <p:nvPr/>
        </p:nvSpPr>
        <p:spPr bwMode="auto">
          <a:xfrm>
            <a:off x="-42863" y="-19050"/>
            <a:ext cx="9186863" cy="516255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5400" cap="flat">
                <a:solidFill>
                  <a:schemeClr val="tx1">
                    <a:alpha val="70000"/>
                  </a:schemeClr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/>
          </a:p>
        </p:txBody>
      </p:sp>
      <p:pic>
        <p:nvPicPr>
          <p:cNvPr id="1026" name="Picture 2" descr="http://mirrors.arcadecontrols.com/OscarControls/robotron-ct/robotron-wallpaper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47664" y="-16145"/>
            <a:ext cx="6444208" cy="5155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79588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/>
          </p:cNvSpPr>
          <p:nvPr/>
        </p:nvSpPr>
        <p:spPr bwMode="auto">
          <a:xfrm>
            <a:off x="-42863" y="-19050"/>
            <a:ext cx="9186863" cy="516255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5400" cap="flat">
                <a:solidFill>
                  <a:schemeClr val="tx1">
                    <a:alpha val="70000"/>
                  </a:schemeClr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33795" name="Rectangle 3"/>
          <p:cNvSpPr>
            <a:spLocks/>
          </p:cNvSpPr>
          <p:nvPr/>
        </p:nvSpPr>
        <p:spPr bwMode="auto">
          <a:xfrm>
            <a:off x="107504" y="2333625"/>
            <a:ext cx="9036496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70000"/>
              </a:lnSpc>
            </a:pPr>
            <a:r>
              <a:rPr lang="en-US" sz="4800" dirty="0">
                <a:solidFill>
                  <a:srgbClr val="FFFFFF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Game </a:t>
            </a:r>
            <a:r>
              <a:rPr lang="en-US" sz="4800" dirty="0">
                <a:solidFill>
                  <a:srgbClr val="92D050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Specifications </a:t>
            </a:r>
            <a:r>
              <a:rPr lang="en-US" sz="4800" dirty="0">
                <a:solidFill>
                  <a:schemeClr val="tx2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Required</a:t>
            </a:r>
          </a:p>
        </p:txBody>
      </p:sp>
      <p:sp>
        <p:nvSpPr>
          <p:cNvPr id="33796" name="Rectangle 4"/>
          <p:cNvSpPr>
            <a:spLocks/>
          </p:cNvSpPr>
          <p:nvPr/>
        </p:nvSpPr>
        <p:spPr bwMode="auto">
          <a:xfrm>
            <a:off x="2286000" y="3305174"/>
            <a:ext cx="4586288" cy="1354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X: Size of Play Area X</a:t>
            </a:r>
          </a:p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Y: Size of Play Area Y</a:t>
            </a:r>
          </a:p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R: Starting population of robots</a:t>
            </a:r>
          </a:p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J: Starting population of junk</a:t>
            </a:r>
          </a:p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L: Starting Lives</a:t>
            </a:r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998935" y="3176588"/>
            <a:ext cx="7164586" cy="0"/>
          </a:xfrm>
          <a:prstGeom prst="line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7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l"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/>
          </p:cNvSpPr>
          <p:nvPr/>
        </p:nvSpPr>
        <p:spPr bwMode="auto">
          <a:xfrm>
            <a:off x="-42863" y="-19050"/>
            <a:ext cx="9186863" cy="516255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5400" cap="flat">
                <a:solidFill>
                  <a:schemeClr val="tx1">
                    <a:alpha val="70000"/>
                  </a:schemeClr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33795" name="Rectangle 3"/>
          <p:cNvSpPr>
            <a:spLocks/>
          </p:cNvSpPr>
          <p:nvPr/>
        </p:nvSpPr>
        <p:spPr bwMode="auto">
          <a:xfrm>
            <a:off x="107504" y="2333625"/>
            <a:ext cx="9036496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70000"/>
              </a:lnSpc>
            </a:pPr>
            <a:r>
              <a:rPr lang="en-US" sz="4800" dirty="0">
                <a:solidFill>
                  <a:srgbClr val="FFFFFF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Game </a:t>
            </a:r>
            <a:r>
              <a:rPr lang="en-US" sz="4800" dirty="0">
                <a:solidFill>
                  <a:srgbClr val="92D050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Specifications </a:t>
            </a:r>
            <a:r>
              <a:rPr lang="en-US" sz="4800" dirty="0">
                <a:solidFill>
                  <a:schemeClr val="tx2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Controls</a:t>
            </a:r>
          </a:p>
        </p:txBody>
      </p:sp>
      <p:sp>
        <p:nvSpPr>
          <p:cNvPr id="33796" name="Rectangle 4"/>
          <p:cNvSpPr>
            <a:spLocks/>
          </p:cNvSpPr>
          <p:nvPr/>
        </p:nvSpPr>
        <p:spPr bwMode="auto">
          <a:xfrm>
            <a:off x="2286000" y="3305174"/>
            <a:ext cx="4586288" cy="1354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WASD: Movement</a:t>
            </a:r>
          </a:p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H: Hyperspace (jump to random SAFE location)</a:t>
            </a:r>
          </a:p>
          <a:p>
            <a:endParaRPr lang="en-US" sz="900" dirty="0">
              <a:solidFill>
                <a:srgbClr val="FFFFFF"/>
              </a:solidFill>
              <a:latin typeface="Lato Light" charset="0"/>
              <a:ea typeface="ＭＳ Ｐゴシック" charset="0"/>
              <a:cs typeface="Lato Light" charset="0"/>
              <a:sym typeface="Lato Light" charset="0"/>
            </a:endParaRPr>
          </a:p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You move, all robots move towards you, if robots collide both die and replaced by junk.</a:t>
            </a:r>
          </a:p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Redraw level after each step, also showing number of lives left.</a:t>
            </a:r>
          </a:p>
          <a:p>
            <a:endParaRPr lang="en-US" sz="900" dirty="0">
              <a:solidFill>
                <a:srgbClr val="FFFFFF"/>
              </a:solidFill>
              <a:latin typeface="Lato Light" charset="0"/>
              <a:ea typeface="ＭＳ Ｐゴシック" charset="0"/>
              <a:cs typeface="Lato Light" charset="0"/>
              <a:sym typeface="Lato Light" charset="0"/>
            </a:endParaRPr>
          </a:p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@ PLAYER # ROBOT ^ JUNK PILE</a:t>
            </a:r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998935" y="3176588"/>
            <a:ext cx="7164586" cy="0"/>
          </a:xfrm>
          <a:prstGeom prst="line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0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l"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/>
          </p:cNvSpPr>
          <p:nvPr/>
        </p:nvSpPr>
        <p:spPr bwMode="auto">
          <a:xfrm>
            <a:off x="-42863" y="-19050"/>
            <a:ext cx="9186863" cy="516255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5400" cap="flat">
                <a:solidFill>
                  <a:schemeClr val="tx1">
                    <a:alpha val="70000"/>
                  </a:schemeClr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33795" name="Rectangle 3"/>
          <p:cNvSpPr>
            <a:spLocks/>
          </p:cNvSpPr>
          <p:nvPr/>
        </p:nvSpPr>
        <p:spPr bwMode="auto">
          <a:xfrm>
            <a:off x="107504" y="2333625"/>
            <a:ext cx="9036496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70000"/>
              </a:lnSpc>
            </a:pPr>
            <a:r>
              <a:rPr lang="en-US" sz="4800" dirty="0">
                <a:solidFill>
                  <a:srgbClr val="FFFFFF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Game </a:t>
            </a:r>
            <a:r>
              <a:rPr lang="en-US" sz="4800" dirty="0">
                <a:solidFill>
                  <a:srgbClr val="92D050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Golf </a:t>
            </a:r>
            <a:r>
              <a:rPr lang="en-US" sz="4800" dirty="0">
                <a:solidFill>
                  <a:schemeClr val="tx2"/>
                </a:solidFill>
                <a:latin typeface="Bebas Neue" charset="0"/>
                <a:ea typeface="ＭＳ Ｐゴシック" charset="0"/>
                <a:cs typeface="Bebas Neue" charset="0"/>
                <a:sym typeface="Bebas Neue" charset="0"/>
              </a:rPr>
              <a:t>Deadline</a:t>
            </a:r>
          </a:p>
        </p:txBody>
      </p:sp>
      <p:sp>
        <p:nvSpPr>
          <p:cNvPr id="33796" name="Rectangle 4"/>
          <p:cNvSpPr>
            <a:spLocks/>
          </p:cNvSpPr>
          <p:nvPr/>
        </p:nvSpPr>
        <p:spPr bwMode="auto">
          <a:xfrm>
            <a:off x="2286000" y="3305174"/>
            <a:ext cx="4586288" cy="1354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900" dirty="0">
                <a:solidFill>
                  <a:srgbClr val="FFFFFF"/>
                </a:solidFill>
                <a:latin typeface="Lato Light" charset="0"/>
                <a:ea typeface="ＭＳ Ｐゴシック" charset="0"/>
                <a:cs typeface="Lato Light" charset="0"/>
                <a:sym typeface="Lato Light" charset="0"/>
              </a:rPr>
              <a:t>End of First week of teaching after CRIMBO!</a:t>
            </a:r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998935" y="3176588"/>
            <a:ext cx="7164586" cy="0"/>
          </a:xfrm>
          <a:prstGeom prst="line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9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l"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utoUpdateAnimBg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tle &amp; Subtitle">
  <a:themeElements>
    <a:clrScheme name="Custom 6">
      <a:dk1>
        <a:srgbClr val="000000"/>
      </a:dk1>
      <a:lt1>
        <a:srgbClr val="FFFFFF"/>
      </a:lt1>
      <a:dk2>
        <a:srgbClr val="6EBE00"/>
      </a:dk2>
      <a:lt2>
        <a:srgbClr val="737373"/>
      </a:lt2>
      <a:accent1>
        <a:srgbClr val="326400"/>
      </a:accent1>
      <a:accent2>
        <a:srgbClr val="7DD200"/>
      </a:accent2>
      <a:accent3>
        <a:srgbClr val="9EF402"/>
      </a:accent3>
      <a:accent4>
        <a:srgbClr val="3C3C3C"/>
      </a:accent4>
      <a:accent5>
        <a:srgbClr val="828282"/>
      </a:accent5>
      <a:accent6>
        <a:srgbClr val="C8C8C8"/>
      </a:accent6>
      <a:hlink>
        <a:srgbClr val="3445A1"/>
      </a:hlink>
      <a:folHlink>
        <a:srgbClr val="3FA7D7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17500</TotalTime>
  <Pages>0</Pages>
  <Words>160</Words>
  <Characters>0</Characters>
  <Application>Microsoft Office PowerPoint</Application>
  <PresentationFormat>On-screen Show (16:9)</PresentationFormat>
  <Lines>0</Lines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Bebas Neue</vt:lpstr>
      <vt:lpstr>Calibri</vt:lpstr>
      <vt:lpstr>Gill Sans</vt:lpstr>
      <vt:lpstr>Lato Light</vt:lpstr>
      <vt:lpstr>Lato Regular</vt:lpstr>
      <vt:lpstr>Title &amp; Subtitle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Simon Scarle</cp:lastModifiedBy>
  <cp:revision>334</cp:revision>
  <dcterms:modified xsi:type="dcterms:W3CDTF">2025-11-02T16:07:12Z</dcterms:modified>
</cp:coreProperties>
</file>